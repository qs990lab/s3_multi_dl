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6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5C33ED-2840-21CF-16B0-D0AE085DE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827BA4-53C6-A236-2002-B627D1B3E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9401B3-425F-D1B3-A3C4-9EC3CD30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7CDF64-6537-C144-01F4-10E7A209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7561C3-603C-3139-1E64-19B8FD23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2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82BE74-5146-884C-3D60-A9A37517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4D78BD-61CE-FE00-5FE7-4495191CC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467F9C-922C-3858-31EC-F1B16F94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FDD26F-F732-4E5C-93D3-3443D1069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574E4E-70D9-58E3-1BDE-DDA4B5C8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6134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61A7BE-3215-2D3E-A4F0-550DE1C5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EDF3DF-F7B8-34CC-EB74-7336618DC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2723A9-D085-0F3D-0326-74C9DC35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510FD2-B0CF-5F66-E493-41654F6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7A70BC-FAC6-618E-923D-DD53D69C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67FCC-B15A-E451-2BE3-FF226D3D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8C5DCC-1154-3D00-745A-D2156AAF8A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6B54587-5F88-CF84-8754-C0690004E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4513BD-F92C-8817-253E-102AFB994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8C72D5-19B3-AD27-6167-6E275803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4171B5-CCE3-5303-D11C-13D4A97D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92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F798D-FFA3-FFA8-6532-23232B24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CAE5B9-5E85-1441-BFAC-5B212AB73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20583F-F3DD-E310-827F-9DA1D4D19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4ECED1A-A1C4-0666-2350-F79CC078A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83A19E4-7969-E241-2CD4-08AEFA537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7BD05F1-8BFE-146D-4A1C-08FCDEE1A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3342C95-2023-5789-0C86-406BAE19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0336D92-E11C-15C7-F288-42CE952D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594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3B1CD3-C24D-3D2F-2824-BF38B135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67C874-52E7-24A2-9559-095BBE37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B9BECE-0074-9EF6-EA9F-B168DDC87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4F9259F-CC25-D9F4-2FB1-E1920B10F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4520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7AFE7E6-316E-543E-F60D-94CA638C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6C8B65-D01D-C64B-9AD7-B31B7506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66D1FC-1D0C-7F3B-FD45-28982B45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283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2C148-5255-2231-D423-8F5CAA6F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88BD6F-B63B-2378-0766-7863B841F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E70FC9-F92E-FF70-60D3-02106877F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18C830-6487-4EAC-56D3-0468ACBB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68F77C-0265-CA16-65FC-9AE5FFDA2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60B2CD-512D-DB0D-99A1-FEEE342B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683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4ADEE0-359B-3704-A2F6-686FCE4A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2B8253B-4DB3-BC51-5A4A-4C1E939D4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D274EF-C421-8DC9-D46A-81D1FDDE1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3F7642-7A15-F310-141C-620867DDB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F5CB94-1957-62CE-8D90-1A0690E4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64CD0D-B1DB-012C-B6E8-8C280774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8049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C038B-AED6-50F1-4484-51D51BCE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AC1763-75C8-04D6-9E7C-85CD6B92D3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E510FB-BCA4-BF1D-625D-C0C3A0CC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E2603D-548A-4DFC-0809-3C20A905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7970F6-278F-4C91-C862-3714A17A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855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581034B-7323-B4FB-F8B1-DEE348F366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ECBA04-BB11-158A-DDA9-F58A2AB75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B05C93-04E5-C6C0-46BB-E3E14040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71396C-7ADC-782B-386C-222E0BC1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377B12-4726-A55B-49C7-1FE4999B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48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9F3FE8-5B34-1946-1A28-9439B16AC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43B666-7224-1840-879F-E5F754694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27156D-BE66-CAB3-0003-FB2E644FF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782BE-BF1A-434F-AAE5-66C565A127A6}" type="datetimeFigureOut">
              <a:rPr kumimoji="1" lang="ja-JP" altLang="en-US" smtClean="0"/>
              <a:t>2023/8/2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379F2D-20BA-B1E8-DC30-D40683118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61AAD0-3E52-CB26-7016-DA0889687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4C8E-441F-470F-A60A-A068475534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71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3F1E982-9EA1-8658-2F01-0EF743044316}"/>
              </a:ext>
            </a:extLst>
          </p:cNvPr>
          <p:cNvSpPr/>
          <p:nvPr/>
        </p:nvSpPr>
        <p:spPr>
          <a:xfrm>
            <a:off x="2998381" y="1403498"/>
            <a:ext cx="365760" cy="36576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/>
              <a:t>S3</a:t>
            </a:r>
            <a:endParaRPr kumimoji="1" lang="en-US" altLang="ja-JP" sz="1200" dirty="0"/>
          </a:p>
        </p:txBody>
      </p:sp>
    </p:spTree>
    <p:extLst>
      <p:ext uri="{BB962C8B-B14F-4D97-AF65-F5344CB8AC3E}">
        <p14:creationId xmlns:p14="http://schemas.microsoft.com/office/powerpoint/2010/main" val="2355633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shima.yasuharu(島 泰晴)NTTDMSE</dc:creator>
  <cp:lastModifiedBy>shima.yasuharu(島 泰晴)NTTDMSE</cp:lastModifiedBy>
  <cp:revision>1</cp:revision>
  <dcterms:created xsi:type="dcterms:W3CDTF">2023-08-02T05:10:49Z</dcterms:created>
  <dcterms:modified xsi:type="dcterms:W3CDTF">2023-08-02T05:13:38Z</dcterms:modified>
</cp:coreProperties>
</file>